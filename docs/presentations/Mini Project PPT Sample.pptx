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C40D16-C83F-4701-8D65-1840AAF31BC5}">
  <a:tblStyle styleId="{ECC40D16-C83F-4701-8D65-1840AAF31B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6218c3f4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6218c3f4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6218c3f4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6218c3f4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218c3f4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218c3f4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6218c3f4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6218c3f4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6218c3f4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6218c3f4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7e7d38f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87e7d38f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87e7d38f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87e7d38f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87e7d38f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87e7d38f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87e7d38f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87e7d38f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87e7d38f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87e7d38f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87e7d38f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87e7d38f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87e7d38f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87e7d38f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6218c3f4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6218c3f4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6218c3f4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6218c3f4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218c3f4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218c3f4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6218c3f4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6218c3f4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6218c3f4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6218c3f4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6218c3f4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6218c3f4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67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400">
                <a:highlight>
                  <a:srgbClr val="FFFF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2400">
              <a:highlight>
                <a:srgbClr val="FFFF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400">
                <a:highlight>
                  <a:srgbClr val="FFFFF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2400">
              <a:highlight>
                <a:srgbClr val="FFFFFE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SUPPLY CHAIN MANAGEMENT SYSTEM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848600" y="2834125"/>
            <a:ext cx="3983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Group Members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548750" y="1707925"/>
            <a:ext cx="487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Under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Guidance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of: Prof. &lt;/Faculty Name&gt; 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4956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88"/>
              <a:buFont typeface="Times New Roman"/>
              <a:buChar char="●"/>
            </a:pPr>
            <a:r>
              <a:rPr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95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8"/>
              <a:buFont typeface="Times New Roman"/>
              <a:buChar char="●"/>
            </a:pPr>
            <a:r>
              <a:rPr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95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8"/>
              <a:buFont typeface="Times New Roman"/>
              <a:buChar char="●"/>
            </a:pPr>
            <a:r>
              <a:rPr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95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8"/>
              <a:buFont typeface="Times New Roman"/>
              <a:buChar char="●"/>
            </a:pPr>
            <a:r>
              <a:rPr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</a:t>
            </a:r>
            <a:r>
              <a:rPr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</a:t>
            </a:r>
            <a:r>
              <a:rPr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95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8"/>
              <a:buFont typeface="Times New Roman"/>
              <a:buChar char="●"/>
            </a:pPr>
            <a:r>
              <a:rPr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System/System Design</a:t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95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8"/>
              <a:buFont typeface="Times New Roman"/>
              <a:buChar char="●"/>
            </a:pPr>
            <a:r>
              <a:rPr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Used </a:t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95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8"/>
              <a:buFont typeface="Times New Roman"/>
              <a:buChar char="●"/>
            </a:pPr>
            <a:r>
              <a:rPr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</a:t>
            </a:r>
            <a:r>
              <a:rPr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r>
              <a:rPr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95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8"/>
              <a:buFont typeface="Times New Roman"/>
              <a:buChar char="●"/>
            </a:pPr>
            <a:r>
              <a:rPr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95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8"/>
              <a:buFont typeface="Times New Roman"/>
              <a:buChar char="●"/>
            </a:pPr>
            <a:r>
              <a:rPr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95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8"/>
              <a:buFont typeface="Times New Roman"/>
              <a:buChar char="●"/>
            </a:pPr>
            <a:r>
              <a:rPr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113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 b="1"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686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32B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Supply Chain Management coordinates the flow of products, information, and orders from suppliers to customers.</a:t>
            </a:r>
            <a:endParaRPr>
              <a:solidFill>
                <a:srgbClr val="232B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32B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web-based SCM system provides a centralized platform for inventory, suppliers, customers, and order tracking.</a:t>
            </a:r>
            <a:endParaRPr>
              <a:solidFill>
                <a:srgbClr val="232B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32B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proposed project uses Full Stack Java to build a secure, scalable, database-driven application.</a:t>
            </a:r>
            <a:endParaRPr>
              <a:solidFill>
                <a:srgbClr val="232B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3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32B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It reduces manual work and improves visibility of stock and order status.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79284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Objectives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31763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32B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Develop a centralized web application for supply-chain operations.</a:t>
            </a:r>
            <a:endParaRPr sz="2000">
              <a:solidFill>
                <a:srgbClr val="232B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32B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Implement CRUD operations for products, suppliers, customers, and inventory.</a:t>
            </a:r>
            <a:endParaRPr sz="2000">
              <a:solidFill>
                <a:srgbClr val="232B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32B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Track customer orders from creation through fulfillment.</a:t>
            </a:r>
            <a:endParaRPr sz="2000">
              <a:solidFill>
                <a:srgbClr val="232B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32B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Provide role-based login and secure access to application functions.</a:t>
            </a:r>
            <a:endParaRPr sz="2000">
              <a:solidFill>
                <a:srgbClr val="232B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32B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Generate dashboard information and reports for better decision-making.</a:t>
            </a:r>
            <a:endParaRPr sz="2000">
              <a:solidFill>
                <a:srgbClr val="232B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32B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Use a relational database to maintain consistent and retrievable business data.</a:t>
            </a:r>
            <a:endParaRPr sz="2000">
              <a:solidFill>
                <a:srgbClr val="232B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sz="2000">
              <a:solidFill>
                <a:srgbClr val="232B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3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Literature Survey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2 to 3 base papers, existing methods, or similar systems.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7" name="Google Shape;87;p18"/>
          <p:cNvGraphicFramePr/>
          <p:nvPr/>
        </p:nvGraphicFramePr>
        <p:xfrm>
          <a:off x="411650" y="184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{ECC40D16-C83F-4701-8D65-1840AAF31BC5}</a:tableStyleId>
              </a:tblPr>
              <a:tblGrid>
                <a:gridCol w="774525"/>
                <a:gridCol w="2551550"/>
                <a:gridCol w="2584675"/>
                <a:gridCol w="1050425"/>
                <a:gridCol w="1668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Sr. No.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Paper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Conference/Publication Name , Date         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Merits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Demerits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Literature Survey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2 to 3 base papers, existing methods, or similar systems.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21954" l="0" r="0" t="0"/>
          <a:stretch/>
        </p:blipFill>
        <p:spPr>
          <a:xfrm>
            <a:off x="165575" y="0"/>
            <a:ext cx="8978424" cy="401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1"/>
          <p:cNvPicPr preferRelativeResize="0"/>
          <p:nvPr/>
        </p:nvPicPr>
        <p:blipFill rotWithShape="1">
          <a:blip r:embed="rId3">
            <a:alphaModFix/>
          </a:blip>
          <a:srcRect b="14937" l="0" r="0" t="0"/>
          <a:stretch/>
        </p:blipFill>
        <p:spPr>
          <a:xfrm>
            <a:off x="152400" y="152400"/>
            <a:ext cx="8602124" cy="411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 rotWithShape="1">
          <a:blip r:embed="rId3">
            <a:alphaModFix/>
          </a:blip>
          <a:srcRect b="14937" l="2590" r="2199" t="0"/>
          <a:stretch/>
        </p:blipFill>
        <p:spPr>
          <a:xfrm>
            <a:off x="375275" y="152400"/>
            <a:ext cx="8189876" cy="411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/>
          <p:cNvPicPr preferRelativeResize="0"/>
          <p:nvPr/>
        </p:nvPicPr>
        <p:blipFill rotWithShape="1">
          <a:blip r:embed="rId3">
            <a:alphaModFix/>
          </a:blip>
          <a:srcRect b="15625" l="0" r="0" t="4535"/>
          <a:stretch/>
        </p:blipFill>
        <p:spPr>
          <a:xfrm>
            <a:off x="152400" y="372025"/>
            <a:ext cx="8602124" cy="386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4"/>
          <p:cNvPicPr preferRelativeResize="0"/>
          <p:nvPr/>
        </p:nvPicPr>
        <p:blipFill rotWithShape="1">
          <a:blip r:embed="rId3">
            <a:alphaModFix/>
          </a:blip>
          <a:srcRect b="8097" l="2463" r="12597" t="0"/>
          <a:stretch/>
        </p:blipFill>
        <p:spPr>
          <a:xfrm>
            <a:off x="364250" y="152400"/>
            <a:ext cx="7306848" cy="444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5"/>
          <p:cNvPicPr preferRelativeResize="0"/>
          <p:nvPr/>
        </p:nvPicPr>
        <p:blipFill rotWithShape="1">
          <a:blip r:embed="rId3">
            <a:alphaModFix/>
          </a:blip>
          <a:srcRect b="18131" l="0" r="2969" t="5910"/>
          <a:stretch/>
        </p:blipFill>
        <p:spPr>
          <a:xfrm>
            <a:off x="152400" y="438250"/>
            <a:ext cx="8346524" cy="441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224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Requirements / Technologies Used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26"/>
          <p:cNvPicPr preferRelativeResize="0"/>
          <p:nvPr/>
        </p:nvPicPr>
        <p:blipFill rotWithShape="1">
          <a:blip r:embed="rId3">
            <a:alphaModFix/>
          </a:blip>
          <a:srcRect b="12420" l="4374" r="4493" t="13031"/>
          <a:stretch/>
        </p:blipFill>
        <p:spPr>
          <a:xfrm>
            <a:off x="750575" y="962550"/>
            <a:ext cx="8205800" cy="38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Results and Output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7"/>
          <p:cNvSpPr txBox="1"/>
          <p:nvPr/>
        </p:nvSpPr>
        <p:spPr>
          <a:xfrm>
            <a:off x="1519225" y="1222650"/>
            <a:ext cx="30000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Output screenshots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Performance metrics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Achievements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Supply Chain Management System integrates products, suppliers, inventory, customers, and orders.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Full Stack Java supports a structured, secure, and scalable implementation.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system can be extended with analytics, forecasting, cloud services, and mobile access.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40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Next Presentation Plan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11700" y="1108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Possible improvements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Additional features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Scalability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Research papers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Books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Websites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Documentation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